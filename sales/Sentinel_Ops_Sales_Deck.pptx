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Sentinel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2C55E"/>
                </a:solidFill>
              </a:rPr>
              <a:t>Lean Managed Cybersecurity for Malaysian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Monitoring  •  Hardening  •  Audit-Ready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without building a full SOC.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Founder / Operator, Sentinel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0"/>
                </a:solidFill>
              </a:rPr>
              <a:t>[email]   [WhatsApp]   [LinkedIn]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Why growing companies struggle with cybersecurity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2628" y="1508760"/>
            <a:ext cx="25603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Noise, not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Security tools fire alerts.
Nobody triages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508760"/>
            <a:ext cx="25603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Small IT teams are fighting
fires, not security.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8212" y="1508760"/>
            <a:ext cx="2560320" cy="411480"/>
          </a:xfrm>
          <a:prstGeom prst="rect">
            <a:avLst/>
          </a:prstGeom>
          <a:solidFill>
            <a:srgbClr val="00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Inconsistent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8212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Hardening falls off the
priority 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6004" y="1508760"/>
            <a:ext cx="2560320" cy="411480"/>
          </a:xfrm>
          <a:prstGeom prst="rect">
            <a:avLst/>
          </a:prstGeom>
          <a:solidFill>
            <a:srgbClr val="A78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Compliance rising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6004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PDPA + enterprise questionnaires
= real pressure.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141E2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Most companies need better security operations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but not the cost and complexity of a full SOC.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What Sentinel Ops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The lean managed security layer for critical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Managed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630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24/7 coverage for Linux / cloud. Real alerts, not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13432"/>
            <a:ext cx="21945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Alert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5915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We filter noise and surface what needs 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9544"/>
            <a:ext cx="21945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Baseline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255264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Practical CIS-aligned controls on approved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05656"/>
            <a:ext cx="21945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Monthly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15137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Management-ready — findings, risk trends, next steps.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01768"/>
            <a:ext cx="21945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047488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30-day limited-scope pilot. Prove value, no overcommitment.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solidFill>
            <a:srgbClr val="0D28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53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Enterprise security visibility and hardening — without hiring a SOC.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We target deliberately — where security pressure is real and teams are lean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4389120"/>
          </a:xfrm>
          <a:prstGeom prst="rect">
            <a:avLst/>
          </a:prstGeom>
          <a:solidFill>
            <a:srgbClr val="141E2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</a:rPr>
              <a:t>✓  Best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Malaysian SMEs and mid-sized companies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SaaS, logistics-tech, healthtech, fintech-adjacent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Linux / cloud workloads (AWS, Azure, on-prem)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PDPA compliance or enterprise security questionnaires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Lean IT teams — no internal SOC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94960" cy="4389120"/>
          </a:xfrm>
          <a:prstGeom prst="rect">
            <a:avLst/>
          </a:prstGeom>
          <a:solidFill>
            <a:srgbClr val="141E2E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C8181"/>
                </a:solidFill>
              </a:rPr>
              <a:t>✗  Not ideal initially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2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94A3B8"/>
                </a:solidFill>
              </a:rPr>
              <a:t>• Very large enterprises needing broad coverage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94A3B8"/>
                </a:solidFill>
              </a:rPr>
              <a:t>• Banks or regulated financial institutions requiring formal SOC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94A3B8"/>
                </a:solidFill>
              </a:rPr>
              <a:t>• Expecting extensive custom consulting from day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We win where security pressure is real but security ops are still 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Small scope. Clear signal. Practical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" y="1508760"/>
            <a:ext cx="25146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4068" y="2103120"/>
            <a:ext cx="2514600" cy="3108960"/>
          </a:xfrm>
          <a:prstGeom prst="rect">
            <a:avLst/>
          </a:prstGeom>
          <a:solidFill>
            <a:srgbClr val="14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" y="22402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" y="27889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Deploy monitoring on agreed critical systems. Define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6140" y="1508760"/>
            <a:ext cx="25146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40" y="2103120"/>
            <a:ext cx="2514600" cy="3108960"/>
          </a:xfrm>
          <a:prstGeom prst="rect">
            <a:avLst/>
          </a:prstGeom>
          <a:solidFill>
            <a:srgbClr val="14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300" y="22402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27889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Filter noise. Prioritize real issues. Surface what matters.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8212" y="1508760"/>
            <a:ext cx="2514600" cy="502920"/>
          </a:xfrm>
          <a:prstGeom prst="rect">
            <a:avLst/>
          </a:prstGeom>
          <a:solidFill>
            <a:srgbClr val="00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8212" y="2103120"/>
            <a:ext cx="2514600" cy="3108960"/>
          </a:xfrm>
          <a:prstGeom prst="rect">
            <a:avLst/>
          </a:prstGeom>
          <a:solidFill>
            <a:srgbClr val="141E2E"/>
          </a:solidFill>
          <a:ln w="19050">
            <a:solidFill>
              <a:srgbClr val="00B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5372" y="22402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8A"/>
                </a:solidFill>
              </a:rPr>
              <a:t>Harden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372" y="27889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Apply practical CIS-aligned controls on approved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0284" y="1508760"/>
            <a:ext cx="2514600" cy="502920"/>
          </a:xfrm>
          <a:prstGeom prst="rect">
            <a:avLst/>
          </a:prstGeom>
          <a:solidFill>
            <a:srgbClr val="A78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30284" y="2103120"/>
            <a:ext cx="2514600" cy="3108960"/>
          </a:xfrm>
          <a:prstGeom prst="rect">
            <a:avLst/>
          </a:prstGeom>
          <a:solidFill>
            <a:srgbClr val="141E2E"/>
          </a:solidFill>
          <a:ln w="19050">
            <a:solidFill>
              <a:srgbClr val="A78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22402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AF5"/>
                </a:solidFill>
              </a:rP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78892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Clear findings, risk trends, recommended next steps monthly.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Small scope. Clear signal. Practical improvements. Useful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What We've Proven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Real findings from our internal MVP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196" y="1508760"/>
            <a:ext cx="256032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" y="2514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Active agents
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1276" y="1508760"/>
            <a:ext cx="2560320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</a:rPr>
              <a:t>1,243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1276" y="2514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Events captured
in 24 hrs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1508760"/>
            <a:ext cx="2560320" cy="868680"/>
          </a:xfrm>
          <a:prstGeom prst="rect">
            <a:avLst/>
          </a:prstGeom>
          <a:solidFill>
            <a:srgbClr val="00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</a:rPr>
              <a:t>373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2514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CIS benchmark
checks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03436" y="1508760"/>
            <a:ext cx="2560320" cy="868680"/>
          </a:xfrm>
          <a:prstGeom prst="rect">
            <a:avLst/>
          </a:prstGeom>
          <a:solidFill>
            <a:srgbClr val="A78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3436" y="2514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Risk score
post-hardening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1064240" cy="3810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Key findings: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8FAFC"/>
                </a:solidFill>
              </a:rPr>
              <a:t>• SSH brute-force detected within minutes (rule 5710)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8FAFC"/>
                </a:solidFill>
              </a:rPr>
              <a:t>• PAM auth failures flagged — rule 5503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8FAFC"/>
                </a:solidFill>
              </a:rPr>
              <a:t>• Docker DNS and service failures captured automatically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8FAFC"/>
                </a:solidFill>
              </a:rPr>
              <a:t>• 373 CIS failures found; 14 remediated post-hardening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0D28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990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Result: Ready for first customer pilot. Full service flow built and tested.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Start with a 30-Day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Narrow scope. Fast results. No long-term commitment.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3657600"/>
          </a:xfrm>
          <a:prstGeom prst="rect">
            <a:avLst/>
          </a:prstGeom>
          <a:solidFill>
            <a:srgbClr val="14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What you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3–10 critical Linux servers in scope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Wazuh agent deployment + enrollment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Baseline findings report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Practical hardening applied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Management-ready final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94960" cy="3657600"/>
          </a:xfrm>
          <a:prstGeom prst="rect">
            <a:avLst/>
          </a:prstGeom>
          <a:solidFill>
            <a:srgbClr val="14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What you decide at Day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38528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Continue on a monthly service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Expand scope to more systems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8FAFC"/>
                </a:solidFill>
              </a:rPr>
              <a:t>• Or stop — no lock-in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1064240" cy="1325880"/>
          </a:xfrm>
          <a:prstGeom prst="rect">
            <a:avLst/>
          </a:prstGeom>
          <a:solidFill>
            <a:srgbClr val="141E2E"/>
          </a:solidFill>
          <a:ln w="25400">
            <a:solidFill>
              <a:srgbClr val="00B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67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8A"/>
                </a:solidFill>
              </a:rPr>
              <a:t>Pilot pricing: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3675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RM 2,000 – RM 5,000  (scope-dependent)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424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We keep the first engagement narrow on purpose — prove value fast, no transformation project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Continuation After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Start narrow. Prove value. Expand based on real need.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2668" y="1417320"/>
            <a:ext cx="3291840" cy="4572000"/>
          </a:xfrm>
          <a:prstGeom prst="rect">
            <a:avLst/>
          </a:prstGeom>
          <a:solidFill>
            <a:srgbClr val="141E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8428" y="1554480"/>
            <a:ext cx="25603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RM 1,500–2,500 / 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Smaller environments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Up to 5 agents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Alert triage + weekly digest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Monthly management report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Email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1417320"/>
            <a:ext cx="3291840" cy="4572000"/>
          </a:xfrm>
          <a:prstGeom prst="rect">
            <a:avLst/>
          </a:prstGeom>
          <a:solidFill>
            <a:srgbClr val="14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14316" y="1554480"/>
            <a:ext cx="25603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716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RM 3,000–5,000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Most production teams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Up to 15 agents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Proactive monthly hardening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Quarterly SCA scan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Monthly sync call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Priority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4444" y="1417320"/>
            <a:ext cx="3291840" cy="4572000"/>
          </a:xfrm>
          <a:prstGeom prst="rect">
            <a:avLst/>
          </a:prstGeom>
          <a:solidFill>
            <a:srgbClr val="141E2E"/>
          </a:solidFill>
          <a:ln w="12700">
            <a:solidFill>
              <a:srgbClr val="A78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90204" y="1554480"/>
            <a:ext cx="2560320" cy="411480"/>
          </a:xfrm>
          <a:prstGeom prst="rect">
            <a:avLst/>
          </a:prstGeom>
          <a:solidFill>
            <a:srgbClr val="A78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REGULATED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1604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Custom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324" y="25146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Stronger compliance scope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Everything in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Weekly SCA scans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Unlimited agents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Dedicated analyst (PT)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8FAFC"/>
                </a:solidFill>
              </a:rPr>
              <a:t>• Incident response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* All tiers include PDPA-aligned reporting. Custom scopes available on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Let's find out if we're a fit.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20-minute discovery call — no pitch, no pressure.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834640"/>
            <a:ext cx="3657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" y="3108960"/>
            <a:ext cx="25146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Environment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" y="3611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Assess Linux/cloud workload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6140" y="3108960"/>
            <a:ext cx="25146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Critical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3611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Identify what matters most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3108960"/>
            <a:ext cx="25146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5372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Visibility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372" y="3611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Map security blind spots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0284" y="3108960"/>
            <a:ext cx="25146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7444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Pilot suitability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7444" y="3611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Confirm fit for 30-day 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1064240" cy="3810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If the fit is right, Sentinel Ops can start with a limited 30-day pilot.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[email]   [WhatsApp]   [LinkedIn]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